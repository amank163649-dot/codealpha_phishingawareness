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6273F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548640"/>
            <a:ext cx="2926080" cy="2926080"/>
          </a:xfrm>
          <a:prstGeom prst="ellipse">
            <a:avLst/>
          </a:prstGeom>
          <a:solidFill>
            <a:srgbClr val="3A7CA5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252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  |  TASK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69748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 Training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phishing attacks, social engineering, and how to stay safe online.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892040"/>
            <a:ext cx="1280160" cy="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1206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Kumar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Student  •  Cyber Security Enthusiast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035040" cy="44805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one of the most common cyber attacks used to steal sensitive information such as passwords, banking details, and personal data.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explains how phishing works, how to identify phishing attempts, and how to protect yourself from becoming a victim.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03720" y="1234440"/>
            <a:ext cx="4709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78040" y="14630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A7C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178040" y="24688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cyberattacks start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phishing email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03720" y="3611880"/>
            <a:ext cx="4709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3840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A7C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7178040" y="48463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social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attack vector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 Covered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look at phishing — from theory to real-world defense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1417320" y="1764792"/>
            <a:ext cx="260604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Phishing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34840" y="160020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82880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1" name="Text 9"/>
          <p:cNvSpPr/>
          <p:nvPr/>
        </p:nvSpPr>
        <p:spPr>
          <a:xfrm>
            <a:off x="5303520" y="1764792"/>
            <a:ext cx="260604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Phishing Attacks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321040" y="160020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1828800"/>
            <a:ext cx="502920" cy="502920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14" name="Text 12"/>
          <p:cNvSpPr/>
          <p:nvPr/>
        </p:nvSpPr>
        <p:spPr>
          <a:xfrm>
            <a:off x="85496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15" name="Text 13"/>
          <p:cNvSpPr/>
          <p:nvPr/>
        </p:nvSpPr>
        <p:spPr>
          <a:xfrm>
            <a:off x="9189720" y="1764792"/>
            <a:ext cx="260604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Identify Phishing Emails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52044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40" dirty="0"/>
          </a:p>
        </p:txBody>
      </p:sp>
      <p:sp>
        <p:nvSpPr>
          <p:cNvPr id="19" name="Text 17"/>
          <p:cNvSpPr/>
          <p:nvPr/>
        </p:nvSpPr>
        <p:spPr>
          <a:xfrm>
            <a:off x="1417320" y="3456432"/>
            <a:ext cx="260604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Websites &amp; URL Analysis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434840" y="329184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520440"/>
            <a:ext cx="502920" cy="502920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40" dirty="0"/>
          </a:p>
        </p:txBody>
      </p:sp>
      <p:sp>
        <p:nvSpPr>
          <p:cNvPr id="23" name="Text 21"/>
          <p:cNvSpPr/>
          <p:nvPr/>
        </p:nvSpPr>
        <p:spPr>
          <a:xfrm>
            <a:off x="5303520" y="3456432"/>
            <a:ext cx="260604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Techniques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321040" y="329184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49640" y="352044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6" name="Text 24"/>
          <p:cNvSpPr/>
          <p:nvPr/>
        </p:nvSpPr>
        <p:spPr>
          <a:xfrm>
            <a:off x="854964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40" dirty="0"/>
          </a:p>
        </p:txBody>
      </p:sp>
      <p:sp>
        <p:nvSpPr>
          <p:cNvPr id="27" name="Text 25"/>
          <p:cNvSpPr/>
          <p:nvPr/>
        </p:nvSpPr>
        <p:spPr>
          <a:xfrm>
            <a:off x="9189720" y="3456432"/>
            <a:ext cx="260604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Phishing Examples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498348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212080"/>
            <a:ext cx="502920" cy="502920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212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40" dirty="0"/>
          </a:p>
        </p:txBody>
      </p:sp>
      <p:sp>
        <p:nvSpPr>
          <p:cNvPr id="31" name="Text 29"/>
          <p:cNvSpPr/>
          <p:nvPr/>
        </p:nvSpPr>
        <p:spPr>
          <a:xfrm>
            <a:off x="1417320" y="5148072"/>
            <a:ext cx="260604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to Prevent Phishing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434840" y="498348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521208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4" name="Text 32"/>
          <p:cNvSpPr/>
          <p:nvPr/>
        </p:nvSpPr>
        <p:spPr>
          <a:xfrm>
            <a:off x="4663440" y="5212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40" dirty="0"/>
          </a:p>
        </p:txBody>
      </p:sp>
      <p:sp>
        <p:nvSpPr>
          <p:cNvPr id="35" name="Text 33"/>
          <p:cNvSpPr/>
          <p:nvPr/>
        </p:nvSpPr>
        <p:spPr>
          <a:xfrm>
            <a:off x="5303520" y="5148072"/>
            <a:ext cx="260604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If You Become a Victim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321040" y="498348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49640" y="5212080"/>
            <a:ext cx="502920" cy="502920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38" name="Text 36"/>
          <p:cNvSpPr/>
          <p:nvPr/>
        </p:nvSpPr>
        <p:spPr>
          <a:xfrm>
            <a:off x="8549640" y="5212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40" dirty="0"/>
          </a:p>
        </p:txBody>
      </p:sp>
      <p:sp>
        <p:nvSpPr>
          <p:cNvPr id="39" name="Text 37"/>
          <p:cNvSpPr/>
          <p:nvPr/>
        </p:nvSpPr>
        <p:spPr>
          <a:xfrm>
            <a:off x="9189720" y="5148072"/>
            <a:ext cx="260604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Quiz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7C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Phishing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4480560"/>
            <a:ext cx="3017520" cy="3017520"/>
          </a:xfrm>
          <a:prstGeom prst="ellipse">
            <a:avLst/>
          </a:prstGeom>
          <a:solidFill>
            <a:srgbClr val="16273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48056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4663440" y="6400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form of cyber attack where criminals impersonate trusted entities to trick victims into revealing sensitive information or installing malware.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1874520"/>
            <a:ext cx="457200" cy="457200"/>
          </a:xfrm>
          <a:prstGeom prst="ellipse">
            <a:avLst/>
          </a:prstGeom>
          <a:solidFill>
            <a:srgbClr val="3A7CA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49240" y="182880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Deceptive Contact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49240" y="214884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pose as banks, companies, colleagues, or government agencies.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2926080"/>
            <a:ext cx="457200" cy="457200"/>
          </a:xfrm>
          <a:prstGeom prst="ellipse">
            <a:avLst/>
          </a:prstGeom>
          <a:solidFill>
            <a:srgbClr val="3A7CA5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288036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&amp; Fear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49240" y="320040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create pressure to act fast — 'your account will be suspended'.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63440" y="3977640"/>
            <a:ext cx="457200" cy="457200"/>
          </a:xfrm>
          <a:prstGeom prst="ellipse">
            <a:avLst/>
          </a:prstGeom>
          <a:solidFill>
            <a:srgbClr val="3A7CA5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49240" y="393192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Theft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49240" y="425196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usually credentials, card numbers, or malware installation.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Phishing Attacks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adapt the channel and target — but the goal stays the same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19202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fraudulent emails impersonating trusted brands.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508760"/>
            <a:ext cx="3611880" cy="1920240"/>
          </a:xfrm>
          <a:prstGeom prst="rect">
            <a:avLst/>
          </a:prstGeom>
          <a:solidFill>
            <a:srgbClr val="3A7CA5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4663440" y="2423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27889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targeted attacks aimed at a specific person.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1508760"/>
            <a:ext cx="3611880" cy="19202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17" name="Text 15"/>
          <p:cNvSpPr/>
          <p:nvPr/>
        </p:nvSpPr>
        <p:spPr>
          <a:xfrm>
            <a:off x="8503920" y="2423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3920" y="27889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executives and senior leadership.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3611880" cy="1920240"/>
          </a:xfrm>
          <a:prstGeom prst="rect">
            <a:avLst/>
          </a:prstGeom>
          <a:solidFill>
            <a:srgbClr val="3A7CA5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3931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40" dirty="0"/>
          </a:p>
        </p:txBody>
      </p:sp>
      <p:sp>
        <p:nvSpPr>
          <p:cNvPr id="22" name="Text 20"/>
          <p:cNvSpPr/>
          <p:nvPr/>
        </p:nvSpPr>
        <p:spPr>
          <a:xfrm>
            <a:off x="822960" y="4572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9377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carried out via SMS text messages.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9120" y="3657600"/>
            <a:ext cx="3611880" cy="19202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3931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40" dirty="0"/>
          </a:p>
        </p:txBody>
      </p:sp>
      <p:sp>
        <p:nvSpPr>
          <p:cNvPr id="27" name="Text 25"/>
          <p:cNvSpPr/>
          <p:nvPr/>
        </p:nvSpPr>
        <p:spPr>
          <a:xfrm>
            <a:off x="4663440" y="4572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63440" y="49377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Voice-call scams impersonating banks or support.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29600" y="3657600"/>
            <a:ext cx="3611880" cy="1920240"/>
          </a:xfrm>
          <a:prstGeom prst="rect">
            <a:avLst/>
          </a:prstGeom>
          <a:solidFill>
            <a:srgbClr val="3A7CA5"/>
          </a:solidFill>
          <a:ln/>
        </p:spPr>
      </p:sp>
      <p:sp>
        <p:nvSpPr>
          <p:cNvPr id="30" name="Shape 28"/>
          <p:cNvSpPr/>
          <p:nvPr/>
        </p:nvSpPr>
        <p:spPr>
          <a:xfrm>
            <a:off x="8503920" y="3931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40" dirty="0"/>
          </a:p>
        </p:txBody>
      </p:sp>
      <p:sp>
        <p:nvSpPr>
          <p:cNvPr id="32" name="Text 30"/>
          <p:cNvSpPr/>
          <p:nvPr/>
        </p:nvSpPr>
        <p:spPr>
          <a:xfrm>
            <a:off x="8503920" y="4572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Phishing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03920" y="49377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legitimate email is copied and re-sent with malicious links.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Identify Phishing Emails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that should make you pause before you click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00784"/>
            <a:ext cx="420624" cy="42062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007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88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greetings like 'Dear Customer' instead of your name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109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478024"/>
            <a:ext cx="420624" cy="42062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780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88" dirty="0"/>
          </a:p>
        </p:txBody>
      </p:sp>
      <p:sp>
        <p:nvSpPr>
          <p:cNvPr id="11" name="Text 9"/>
          <p:cNvSpPr/>
          <p:nvPr/>
        </p:nvSpPr>
        <p:spPr>
          <a:xfrm>
            <a:off x="1371600" y="2377440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address that looks close, but not identical, to the real one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11109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255264"/>
            <a:ext cx="420624" cy="42062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552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88" dirty="0"/>
          </a:p>
        </p:txBody>
      </p:sp>
      <p:sp>
        <p:nvSpPr>
          <p:cNvPr id="15" name="Text 13"/>
          <p:cNvSpPr/>
          <p:nvPr/>
        </p:nvSpPr>
        <p:spPr>
          <a:xfrm>
            <a:off x="1371600" y="3154680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or threatening language demanding immediate action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11109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032504"/>
            <a:ext cx="420624" cy="42062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325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88" dirty="0"/>
          </a:p>
        </p:txBody>
      </p:sp>
      <p:sp>
        <p:nvSpPr>
          <p:cNvPr id="19" name="Text 17"/>
          <p:cNvSpPr/>
          <p:nvPr/>
        </p:nvSpPr>
        <p:spPr>
          <a:xfrm>
            <a:off x="1371600" y="3931920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attachments or links you weren't expecting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11109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809744"/>
            <a:ext cx="420624" cy="42062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8097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88" dirty="0"/>
          </a:p>
        </p:txBody>
      </p:sp>
      <p:sp>
        <p:nvSpPr>
          <p:cNvPr id="23" name="Text 21"/>
          <p:cNvSpPr/>
          <p:nvPr/>
        </p:nvSpPr>
        <p:spPr>
          <a:xfrm>
            <a:off x="1371600" y="4709160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grammar, spelling errors, and inconsistent formatting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5486400"/>
            <a:ext cx="11109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586984"/>
            <a:ext cx="420624" cy="42062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5869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88" dirty="0"/>
          </a:p>
        </p:txBody>
      </p:sp>
      <p:sp>
        <p:nvSpPr>
          <p:cNvPr id="27" name="Text 25"/>
          <p:cNvSpPr/>
          <p:nvPr/>
        </p:nvSpPr>
        <p:spPr>
          <a:xfrm>
            <a:off x="1371600" y="5486400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passwords, OTPs, or payment information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 Websites &amp; URL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read a URL before you trust the page behind 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035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http://secure-paypa1-login.com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53035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3A7C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063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https://www.paypal.com/login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886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check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297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29768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Misspelled domain names or extra characters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68172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468172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HTTPS / padlock icon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506577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5065776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subdomains before the real brand name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44982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5449824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top-level domains (.xyz, .top, .info)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1600200"/>
            <a:ext cx="5212080" cy="44805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0" name="Shape 18"/>
          <p:cNvSpPr/>
          <p:nvPr/>
        </p:nvSpPr>
        <p:spPr>
          <a:xfrm>
            <a:off x="8138160" y="1965960"/>
            <a:ext cx="1005840" cy="10058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8138160" y="1965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080" dirty="0"/>
          </a:p>
        </p:txBody>
      </p:sp>
      <p:sp>
        <p:nvSpPr>
          <p:cNvPr id="22" name="Text 20"/>
          <p:cNvSpPr/>
          <p:nvPr/>
        </p:nvSpPr>
        <p:spPr>
          <a:xfrm>
            <a:off x="6766560" y="32461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click, ask: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37033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domain exactly match the brand?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766560" y="42702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expecting this link or attachment?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766560" y="483717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hovering reveal a different address?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766560" y="540410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page asking for info it shouldn't need?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Techniques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exploits human psychology as much as technology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1965960"/>
          </a:xfrm>
          <a:prstGeom prst="rect">
            <a:avLst/>
          </a:prstGeom>
          <a:solidFill>
            <a:srgbClr val="16273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a boss, bank, or government official to demand compliance.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508760"/>
            <a:ext cx="3611880" cy="1965960"/>
          </a:xfrm>
          <a:prstGeom prst="rect">
            <a:avLst/>
          </a:prstGeom>
          <a:solidFill>
            <a:srgbClr val="16273F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78308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377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271576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false deadline so victims act before they can think.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508760"/>
            <a:ext cx="3611880" cy="1965960"/>
          </a:xfrm>
          <a:prstGeom prst="rect">
            <a:avLst/>
          </a:prstGeom>
          <a:solidFill>
            <a:srgbClr val="16273F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178308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03920" y="2377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03920" y="271576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Threatening account suspension, fines, or legal action.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611880" cy="1965960"/>
          </a:xfrm>
          <a:prstGeom prst="rect">
            <a:avLst/>
          </a:prstGeom>
          <a:solidFill>
            <a:srgbClr val="16273F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397764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4572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491032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Exploiting familiarity with a known brand, colleague, or friend.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3703320"/>
            <a:ext cx="3611880" cy="1965960"/>
          </a:xfrm>
          <a:prstGeom prst="rect">
            <a:avLst/>
          </a:prstGeom>
          <a:solidFill>
            <a:srgbClr val="16273F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397764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63440" y="4572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63440" y="491032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enticing subject lines like 'You've won a prize!'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3703320"/>
            <a:ext cx="3611880" cy="1965960"/>
          </a:xfrm>
          <a:prstGeom prst="rect">
            <a:avLst/>
          </a:prstGeom>
          <a:solidFill>
            <a:srgbClr val="16273F"/>
          </a:solidFill>
          <a:ln/>
        </p:spPr>
      </p:sp>
      <p:sp>
        <p:nvSpPr>
          <p:cNvPr id="30" name="Shape 28"/>
          <p:cNvSpPr/>
          <p:nvPr/>
        </p:nvSpPr>
        <p:spPr>
          <a:xfrm>
            <a:off x="8503920" y="397764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503920" y="4572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Reciprocity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03920" y="491032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a favor or gift to lower the victim's guard.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Phishing Examples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incidents that show the real cost of phishing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84248"/>
            <a:ext cx="594360" cy="594360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842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1691640" y="176479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&amp; Facebook (2013–2015)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213055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fake vendor invoice scheme tricked employees into wiring over $100 million to attacker-controlled accounts.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1109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538728"/>
            <a:ext cx="594360" cy="594360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5387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1691640" y="331927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Bitcoin Scam (2020)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91640" y="368503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used phone-based social engineering (vishing) to gain access to internal admin tools.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109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5093208"/>
            <a:ext cx="594360" cy="594360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0932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1691640" y="487375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Sony Pictures (2014)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91640" y="523951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Spear-phishing emails to employees gave attackers an entry point that led to a major data breach.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to Prevent Phishing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habits that stop most phishing attempts before they succeed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3A7CA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1417320" y="1554480"/>
            <a:ext cx="4297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sender identity before clicking links or attachments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920240"/>
            <a:ext cx="502920" cy="502920"/>
          </a:xfrm>
          <a:prstGeom prst="ellipse">
            <a:avLst/>
          </a:prstGeom>
          <a:solidFill>
            <a:srgbClr val="3A7CA5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40" dirty="0"/>
          </a:p>
        </p:txBody>
      </p:sp>
      <p:sp>
        <p:nvSpPr>
          <p:cNvPr id="11" name="Text 9"/>
          <p:cNvSpPr/>
          <p:nvPr/>
        </p:nvSpPr>
        <p:spPr>
          <a:xfrm>
            <a:off x="7132320" y="1554480"/>
            <a:ext cx="4297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to preview the real destination URL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474720"/>
            <a:ext cx="502920" cy="502920"/>
          </a:xfrm>
          <a:prstGeom prst="ellipse">
            <a:avLst/>
          </a:prstGeom>
          <a:solidFill>
            <a:srgbClr val="3A7CA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40" dirty="0"/>
          </a:p>
        </p:txBody>
      </p:sp>
      <p:sp>
        <p:nvSpPr>
          <p:cNvPr id="15" name="Text 13"/>
          <p:cNvSpPr/>
          <p:nvPr/>
        </p:nvSpPr>
        <p:spPr>
          <a:xfrm>
            <a:off x="1417320" y="3108960"/>
            <a:ext cx="4297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on all important accounts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63640" y="310896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3474720"/>
            <a:ext cx="502920" cy="502920"/>
          </a:xfrm>
          <a:prstGeom prst="ellipse">
            <a:avLst/>
          </a:prstGeom>
          <a:solidFill>
            <a:srgbClr val="3A7CA5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40" dirty="0"/>
          </a:p>
        </p:txBody>
      </p:sp>
      <p:sp>
        <p:nvSpPr>
          <p:cNvPr id="19" name="Text 17"/>
          <p:cNvSpPr/>
          <p:nvPr/>
        </p:nvSpPr>
        <p:spPr>
          <a:xfrm>
            <a:off x="7132320" y="3108960"/>
            <a:ext cx="4297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software, browsers, and antivirus tools up to date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029200"/>
            <a:ext cx="502920" cy="502920"/>
          </a:xfrm>
          <a:prstGeom prst="ellipse">
            <a:avLst/>
          </a:prstGeom>
          <a:solidFill>
            <a:srgbClr val="3A7CA5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40" dirty="0"/>
          </a:p>
        </p:txBody>
      </p:sp>
      <p:sp>
        <p:nvSpPr>
          <p:cNvPr id="23" name="Text 21"/>
          <p:cNvSpPr/>
          <p:nvPr/>
        </p:nvSpPr>
        <p:spPr>
          <a:xfrm>
            <a:off x="1417320" y="4663440"/>
            <a:ext cx="4297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passwords or OTPs over email or phone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63640" y="466344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5029200"/>
            <a:ext cx="502920" cy="502920"/>
          </a:xfrm>
          <a:prstGeom prst="ellipse">
            <a:avLst/>
          </a:prstGeom>
          <a:solidFill>
            <a:srgbClr val="3A7CA5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40" dirty="0"/>
          </a:p>
        </p:txBody>
      </p:sp>
      <p:sp>
        <p:nvSpPr>
          <p:cNvPr id="27" name="Text 25"/>
          <p:cNvSpPr/>
          <p:nvPr/>
        </p:nvSpPr>
        <p:spPr>
          <a:xfrm>
            <a:off x="7132320" y="4663440"/>
            <a:ext cx="4297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 to your IT or security team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 If You Become a Victim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calm action limits the damage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43000" y="3337560"/>
            <a:ext cx="9875520" cy="0"/>
          </a:xfrm>
          <a:prstGeom prst="line">
            <a:avLst/>
          </a:prstGeom>
          <a:noFill/>
          <a:ln w="25400">
            <a:solidFill>
              <a:srgbClr val="3A7C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834640"/>
            <a:ext cx="1005840" cy="1005840"/>
          </a:xfrm>
          <a:prstGeom prst="ellipse">
            <a:avLst/>
          </a:prstGeom>
          <a:solidFill>
            <a:srgbClr val="3A7CA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834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80" dirty="0"/>
          </a:p>
        </p:txBody>
      </p:sp>
      <p:sp>
        <p:nvSpPr>
          <p:cNvPr id="7" name="Text 5"/>
          <p:cNvSpPr/>
          <p:nvPr/>
        </p:nvSpPr>
        <p:spPr>
          <a:xfrm>
            <a:off x="182880" y="3977640"/>
            <a:ext cx="2267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82880" y="4407408"/>
            <a:ext cx="22677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update passwords on the affected account and any reused elsewhere.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16352" y="2834640"/>
            <a:ext cx="1005840" cy="1005840"/>
          </a:xfrm>
          <a:prstGeom prst="ellipse">
            <a:avLst/>
          </a:prstGeom>
          <a:solidFill>
            <a:srgbClr val="3A7CA5"/>
          </a:solidFill>
          <a:ln/>
        </p:spPr>
      </p:sp>
      <p:sp>
        <p:nvSpPr>
          <p:cNvPr id="10" name="Text 8"/>
          <p:cNvSpPr/>
          <p:nvPr/>
        </p:nvSpPr>
        <p:spPr>
          <a:xfrm>
            <a:off x="2816352" y="2834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80" dirty="0"/>
          </a:p>
        </p:txBody>
      </p:sp>
      <p:sp>
        <p:nvSpPr>
          <p:cNvPr id="11" name="Text 9"/>
          <p:cNvSpPr/>
          <p:nvPr/>
        </p:nvSpPr>
        <p:spPr>
          <a:xfrm>
            <a:off x="2359152" y="3977640"/>
            <a:ext cx="2267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359152" y="4407408"/>
            <a:ext cx="22677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multi-factor authentication to block further unauthorized access.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92624" y="2834640"/>
            <a:ext cx="1005840" cy="1005840"/>
          </a:xfrm>
          <a:prstGeom prst="ellipse">
            <a:avLst/>
          </a:prstGeom>
          <a:solidFill>
            <a:srgbClr val="3A7CA5"/>
          </a:solidFill>
          <a:ln/>
        </p:spPr>
      </p:sp>
      <p:sp>
        <p:nvSpPr>
          <p:cNvPr id="14" name="Text 12"/>
          <p:cNvSpPr/>
          <p:nvPr/>
        </p:nvSpPr>
        <p:spPr>
          <a:xfrm>
            <a:off x="4992624" y="2834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80" dirty="0"/>
          </a:p>
        </p:txBody>
      </p:sp>
      <p:sp>
        <p:nvSpPr>
          <p:cNvPr id="15" name="Text 13"/>
          <p:cNvSpPr/>
          <p:nvPr/>
        </p:nvSpPr>
        <p:spPr>
          <a:xfrm>
            <a:off x="4535424" y="3977640"/>
            <a:ext cx="2267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Provider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35424" y="4407408"/>
            <a:ext cx="22677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your bank, employer, or platform's official support channel.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68896" y="2834640"/>
            <a:ext cx="1005840" cy="1005840"/>
          </a:xfrm>
          <a:prstGeom prst="ellipse">
            <a:avLst/>
          </a:prstGeom>
          <a:solidFill>
            <a:srgbClr val="3A7CA5"/>
          </a:solidFill>
          <a:ln/>
        </p:spPr>
      </p:sp>
      <p:sp>
        <p:nvSpPr>
          <p:cNvPr id="18" name="Text 16"/>
          <p:cNvSpPr/>
          <p:nvPr/>
        </p:nvSpPr>
        <p:spPr>
          <a:xfrm>
            <a:off x="7168896" y="2834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80" dirty="0"/>
          </a:p>
        </p:txBody>
      </p:sp>
      <p:sp>
        <p:nvSpPr>
          <p:cNvPr id="19" name="Text 17"/>
          <p:cNvSpPr/>
          <p:nvPr/>
        </p:nvSpPr>
        <p:spPr>
          <a:xfrm>
            <a:off x="6711696" y="3977640"/>
            <a:ext cx="2267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Incident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711696" y="4407408"/>
            <a:ext cx="22677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to IT/security team and, if needed, local cybercrime authorities.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345168" y="2834640"/>
            <a:ext cx="1005840" cy="10058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2" name="Text 20"/>
          <p:cNvSpPr/>
          <p:nvPr/>
        </p:nvSpPr>
        <p:spPr>
          <a:xfrm>
            <a:off x="9345168" y="2834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80" dirty="0"/>
          </a:p>
        </p:txBody>
      </p:sp>
      <p:sp>
        <p:nvSpPr>
          <p:cNvPr id="23" name="Text 21"/>
          <p:cNvSpPr/>
          <p:nvPr/>
        </p:nvSpPr>
        <p:spPr>
          <a:xfrm>
            <a:off x="8887968" y="3977640"/>
            <a:ext cx="2267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Accounts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887968" y="4407408"/>
            <a:ext cx="22677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statements and accounts closely for unusual activity.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Quiz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what you've learned — discuss answers as a group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594360" cy="5943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1691640" y="173736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email urgently asks you to confirm your PIN by replying. What do you do?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691640" y="23774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Never reply with sensitive data — contact the bank directly using a verified number.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109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611880"/>
            <a:ext cx="594360" cy="5943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611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1691640" y="333756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 a text saying you've won a prize and must click a link now. Is this safe?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691640" y="39776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No — urgency plus an unexpected prize is a classic smishing red flag.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109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5212080"/>
            <a:ext cx="594360" cy="5943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212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1691640" y="493776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colleague's email asks for gift cards urgently, but the tone feels off. Next step?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691640" y="55778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Verify through a separate channel (call or in person) before taking any action.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training, participants will be able to: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10996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1600200" y="169164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phishing attacks and their impact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109960" cy="777240"/>
          </a:xfrm>
          <a:prstGeom prst="rect">
            <a:avLst/>
          </a:prstGeom>
          <a:solidFill>
            <a:srgbClr val="EDF1F4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743200"/>
            <a:ext cx="502920" cy="502920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40" dirty="0"/>
          </a:p>
        </p:txBody>
      </p:sp>
      <p:sp>
        <p:nvSpPr>
          <p:cNvPr id="11" name="Text 9"/>
          <p:cNvSpPr/>
          <p:nvPr/>
        </p:nvSpPr>
        <p:spPr>
          <a:xfrm>
            <a:off x="1600200" y="260604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common phishing techniques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110996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40" dirty="0"/>
          </a:p>
        </p:txBody>
      </p:sp>
      <p:sp>
        <p:nvSpPr>
          <p:cNvPr id="15" name="Text 13"/>
          <p:cNvSpPr/>
          <p:nvPr/>
        </p:nvSpPr>
        <p:spPr>
          <a:xfrm>
            <a:off x="1600200" y="352044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suspicious emails and fake websites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1109960" cy="777240"/>
          </a:xfrm>
          <a:prstGeom prst="rect">
            <a:avLst/>
          </a:prstGeom>
          <a:solidFill>
            <a:srgbClr val="EDF1F4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572000"/>
            <a:ext cx="502920" cy="502920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40" dirty="0"/>
          </a:p>
        </p:txBody>
      </p:sp>
      <p:sp>
        <p:nvSpPr>
          <p:cNvPr id="19" name="Text 17"/>
          <p:cNvSpPr/>
          <p:nvPr/>
        </p:nvSpPr>
        <p:spPr>
          <a:xfrm>
            <a:off x="1600200" y="443484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effective methods to protect personal information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1110996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486400"/>
            <a:ext cx="502920" cy="502920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486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40" dirty="0"/>
          </a:p>
        </p:txBody>
      </p:sp>
      <p:sp>
        <p:nvSpPr>
          <p:cNvPr id="23" name="Text 21"/>
          <p:cNvSpPr/>
          <p:nvPr/>
        </p:nvSpPr>
        <p:spPr>
          <a:xfrm>
            <a:off x="1600200" y="534924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overall cybersecurity awareness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627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alert. Verify before you trust. Report what looks suspicious.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6035040" cy="2651760"/>
          </a:xfrm>
          <a:prstGeom prst="rect">
            <a:avLst/>
          </a:prstGeom>
          <a:solidFill>
            <a:srgbClr val="16273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31089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Aman Kumar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361188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Student  |  Cyber Security Enthusiast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4434840"/>
            <a:ext cx="5303520" cy="0"/>
          </a:xfrm>
          <a:prstGeom prst="line">
            <a:avLst/>
          </a:prstGeom>
          <a:noFill/>
          <a:ln w="12700">
            <a:solidFill>
              <a:srgbClr val="3A7C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5720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Acknowledgement: Completed as part of the CodeAlpha Cyber Security Internship Program.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06640" y="3017520"/>
            <a:ext cx="1737360" cy="1737360"/>
          </a:xfrm>
          <a:prstGeom prst="ellipse">
            <a:avLst/>
          </a:prstGeom>
          <a:solidFill>
            <a:srgbClr val="3A7CA5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0" y="301752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3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2026-07-12T05:43:04Z</dcterms:created>
  <dcterms:modified xsi:type="dcterms:W3CDTF">2026-07-12T05:43:04Z</dcterms:modified>
</cp:coreProperties>
</file>